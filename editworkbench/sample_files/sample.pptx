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Edit Workbench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多格式文件编辑器</a:t>
            </a:r>
          </a:p>
          <a:p>
            <a:r>
              <a:t>酒红色主题</a:t>
            </a:r>
          </a:p>
          <a:p>
            <a:r>
              <a:t>支持的格式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TXT · PY · JSON · MD ·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DOCX · XLSX · PPTX · PDF</a:t>
            </a:r>
          </a:p>
          <a:p>
            <a:r>
              <a:t>PNG · JPG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